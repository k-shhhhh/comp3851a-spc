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10287000" cy="18288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4">
            <a:alphaModFix amt="18000"/>
          </a:blip>
          <a:srcRect b="0" l="0" r="0" t="0"/>
          <a:stretch/>
        </p:blipFill>
        <p:spPr>
          <a:xfrm>
            <a:off x="11906250" y="-1905000"/>
            <a:ext cx="8572500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5">
            <a:alphaModFix amt="12000"/>
          </a:blip>
          <a:srcRect b="0" l="0" r="0" t="0"/>
          <a:stretch/>
        </p:blipFill>
        <p:spPr>
          <a:xfrm>
            <a:off x="-1428750" y="5715000"/>
            <a:ext cx="6667500" cy="666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000500"/>
            <a:ext cx="104775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333500" y="3429000"/>
            <a:ext cx="666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INDIVIDUAL CONTRIBUTION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33500" y="4333875"/>
            <a:ext cx="109537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0"/>
              <a:buFont typeface="Inter"/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 Peer Companion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333500" y="6953250"/>
            <a:ext cx="9956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C7D2FE"/>
                </a:solidFill>
                <a:latin typeface="Inter"/>
                <a:ea typeface="Inter"/>
                <a:cs typeface="Inter"/>
                <a:sym typeface="Inter"/>
              </a:rPr>
              <a:t>Krish Longwani (C3549511) |  Project Manager &amp; AI Technical Lead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333500" y="7620000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COMP3851A: Computing and Information Sciences WIL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136950" y="904875"/>
            <a:ext cx="319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02 /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47750" y="1762275"/>
            <a:ext cx="7239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Architectural Leadership: Directing the AI Infrastructure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71225" y="4000500"/>
            <a:ext cx="7125000" cy="52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Technical Strategy: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Defined the key architecture that governs the platform’s Artificial Intelligence and Retrieval-Augmented Generation (RAG) backend.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Localized Large Language Model (LLM)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: Developed a self-contained Llama 3.1 setup in order to be independent of commercial APIs and preserve student data sovereignty.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Privacy-Based Infrastructure: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Converted strict academic requirements for privacy compliance into security infrastructure.</a:t>
            </a: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2190750"/>
            <a:ext cx="8001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9334500" y="4762500"/>
            <a:ext cx="800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System Architecture Diagram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1278" y="1452425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L figure: Figure 26. AI Companion Component Diagram" id="34" name="Google Shape;34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500" y="1080225"/>
            <a:ext cx="8001000" cy="83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047750" y="904875"/>
            <a:ext cx="209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03 / BLUEPRINTING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333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1047750" y="1720275"/>
            <a:ext cx="72390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Technical Blueprinting: Defining the System Logic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971225" y="4000500"/>
            <a:ext cx="7125000" cy="47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End-to-End RAG Integration: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Systematically mapped out the secure, multi-stage process of ingesting raw course PDFs and storing them in a vectorized database.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Event-Driven Conversation: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Specified WebSocket event loops for isolating intensive AI processing and thus maintaining instant messaging responsiveness of peer-to-peer conversation.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Object-Oriented Approach: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Designed the RAG Class Diagram in order to impose a hard separation between document parsing, text chunking, and LLM inference, grouping them into microservices.</a:t>
            </a: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0" y="2190750"/>
            <a:ext cx="8001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9334500" y="4762500"/>
            <a:ext cx="800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End-to-End RAG Integration Pipeline Diagram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8350" y="2190750"/>
            <a:ext cx="9231550" cy="590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1047750" y="904875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04 / COMPLIANCE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212" y="1333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1047750" y="1735150"/>
            <a:ext cx="72390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Strategic Pivots &amp; Compliance: Risk &amp; Hardware Constraints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047750" y="4191000"/>
            <a:ext cx="7239000" cy="41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Infrastructure Optimization: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Identified cloud processing performance bottlenecks and set the minimum NVIDIA GPU constraints (16 GB VRAM) to enable feasible local deployment.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27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Budgeting: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Developed the Budget Matrix for the project to gauge the financial feasibility of self-hosting vs. ongoing commercial API costs.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27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AI Ethical Constraints: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Authored the project’s Risk Matrix and specified the "Facilitator Mode" business rules in order to avoid answering directly.</a:t>
            </a:r>
            <a:endParaRPr sz="2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56" name="Google Shape;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0" y="2190750"/>
            <a:ext cx="8001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9334500" y="4762500"/>
            <a:ext cx="800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Budget Matrix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500" y="2190750"/>
            <a:ext cx="8000999" cy="59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1047750" y="904875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05 /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1809" y="1333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1047750" y="1675675"/>
            <a:ext cx="7239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Inter"/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Cross-Functional Integration: Seamless API &amp; Database Alignment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896900" y="4381500"/>
            <a:ext cx="7626000" cy="4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Technical Interface 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Served as the bridge between AI logic and the primary backend to synchronize microservices with the FastAPI routing system.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Alignment with Database: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Worked with database management to map vector embedding requirements directly into PostgreSQL/pgvector Entity-Relationship diagram.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Workflow Coordination: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Ensured that frontend/backend/database developers have the required AI conditions in place to proceed with their tasks.</a:t>
            </a: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9334500" y="4762500"/>
            <a:ext cx="800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Component Diagram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13425" y="474600"/>
            <a:ext cx="4043150" cy="91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1047750" y="904875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06 / LEARNING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675" y="1333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1047750" y="1571625"/>
            <a:ext cx="7239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Self-Directed Learning: From Relational to Vector Data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956350" y="4000500"/>
            <a:ext cx="7140000" cy="47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Efficient Data Retrieval: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Independently researched and learned about Nomic embeddings to devise a smart RAG architecture and pgvector similarity search optimization.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Algorithm Development: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Employed the knowledge of programming fundamentals in Python, C, and SQL to develop robust data ingestion pipelines and sophisticated text-chunking workflows from scratch.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Future Scaling: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Reoriented efforts towards orchestrating a local LLM to improve token streaming and meet the 3-second non-functional response requirement for next trimester. </a:t>
            </a: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UML figure: Figure 29. RAG Pipeline Component Diagram"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6875" y="1333500"/>
            <a:ext cx="7323325" cy="77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1047750" y="904875"/>
            <a:ext cx="190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07 / DELIVERY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333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9"/>
          <p:cNvSpPr/>
          <p:nvPr/>
        </p:nvSpPr>
        <p:spPr>
          <a:xfrm>
            <a:off x="1047750" y="1571625"/>
            <a:ext cx="7239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Agile Project Management: Leading Execution &amp; Delivery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350" y="4000500"/>
            <a:ext cx="7239000" cy="3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Sprint Management: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Managed sprints in Notion, breaking down large AI architectural requirements into actionable developer tasks.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Role Clarification: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Specified technical roles explicitly in order to prevent overlap and enable high-speed work without conflicts.</a:t>
            </a:r>
            <a:b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Inter"/>
              <a:buChar char="•"/>
            </a:pPr>
            <a:r>
              <a:rPr b="1"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Task Proactivity: </a:t>
            </a:r>
            <a:r>
              <a:rPr lang="en-US" sz="19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Provided comprehensive technical documentation and UML diagrams well ahead of deadline to enable final reporting.</a:t>
            </a:r>
            <a:endParaRPr sz="1900">
              <a:solidFill>
                <a:srgbClr val="EFEFE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89" name="Google Shape;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0" y="2190750"/>
            <a:ext cx="8001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/>
          <p:nvPr/>
        </p:nvSpPr>
        <p:spPr>
          <a:xfrm>
            <a:off x="9334500" y="4762500"/>
            <a:ext cx="800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Notion Sprint Screenshot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18225" y="1780075"/>
            <a:ext cx="8791127" cy="701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